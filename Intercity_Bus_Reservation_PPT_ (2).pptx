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INTERCITY BUS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RESERVATION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Console Application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Names: [Name 1], [Name 2], [Name 3]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Numbers: [Roll No. 1], [Roll No. 2], [Roll No. 3]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[Guide Name]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Intercity bus travel needs a quick and reliable way to book seats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Java program simulates a bus reservation system through a menu-driven console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search a bus, select route and date, book, cancel and view seats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bus: Express Travels, Hyderabad to Vijayawada, 10 seats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 at counters is slow and needs long queues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 is tracked on paper, so double booking and errors occur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a ticket and updating seat availability is difficult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simple system that shows live seat status and prevents double booking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bus details: name, source, destination and 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01952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seat map with AVAILABLE and BOOKED status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615184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seat and block the same seat from being booked twice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28416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328416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reservation and free the seat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41648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404164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 and implement everything in Java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issued manually at counters or through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records kept in registers, hard to check and update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errors, delays and no instant seat availability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needs manual correction of records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Java application with six options in a 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array stores the status of all 10 seats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statements (while, switch, for, if-else) drive the booking logic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messages for success, already booked, invalid seat and invalid choice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input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(Scanner)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60604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while(true) +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switch(choice)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1B1B2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75488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Route, Book,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Cancel, Seat Map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1945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903720" y="173736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903720" y="1737360"/>
            <a:ext cx="1737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boolean[10] seats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bus details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displayed on the console after every operation and the menu repeats until Exit.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 Bus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bus name, route and date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4632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Choose Route/Date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selected route details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Book Seat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seat map, books seats 1-10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237744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4632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 Reservation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a booked seat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View Seat Map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/ BOOKED status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3840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846320" y="35661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the program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(1/5)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BusResevation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Bus details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busName = "Express Travels";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from = "Hyderabad";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to = "Vijayawada";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date = "25-08-2026";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Seat 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boolean[] seats = new boolean[10];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choice;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while loop - continue reservation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(true)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System.out.println("\n===== INTERCITY BUS RESERVATION SYSTEM =====");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System.out.println("1. Search Bus");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System.out.println("2. Choose Route/Date");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System.out.println("3. Book Seat");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System.out.println("4. Cancel Reservation");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System.out.println("5. View Seat Map");
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(2/5)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System.out.println("6. Exit");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System.out.print("Enter your choice: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choice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switch - booking menu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 (choice)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1: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SEARCH BUS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Name : " + busName);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    : " + from);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    : " + to);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    : " + date);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System.out.println("Bus Found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2: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ROUTE DETAILS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System.out.println("From : " + from);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System.out.println("To   : " + to);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System.out.println("Date : " + date);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System.out.println("Route Selected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
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(3/5)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3: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BOOK SEAT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 - display seat map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book (1-10):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seatNumber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(seatNumber &gt;= 1 &amp;&amp; seatNumber &lt;= 10)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// if-else - check seat availability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(!seats[seatNumber - 1])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seats[seatNumber - 1] =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seatNumber + " booked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System.out.println("Sorry! Seat " + seatNumber + " is already booked.");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
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(4/5)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4: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CANCEL RESERVATION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System.out.print("Enter seat number to cancel (1-10):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cancelSeat = sc.nextInt();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(cancelSeat &gt;= 1 &amp;&amp; cancelSeat &lt;= 10)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(seats[cancelSeat - 1])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seats[cancelSeat - 1] = false;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System.out.println("Reservation cancelled successfully!");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System.out.println("This seat is not booked.");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seat number!");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5:
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- Java Code (5/5)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1463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System.out.println("\n----- SEAT MAP -----");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// for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(int i = 0; i &lt; seats.length;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if (seats[i])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BOOKED");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System.out.println("Seat " + (i + 1) + " : AVAILABLE");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6: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System.out.println("\nThank you for using the Bus Reservation System!");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sc.close();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return;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default: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System.out.println("Invalid choice! Please try again.");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SEARCH BUS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Name : Express Travels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  : Hyderabad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    : Vijayawada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    : 25-08-2026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 Found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ROUTE DETAILS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: Hyderabad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  : Vijayawada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: 25-08-2026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 Selected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BOOK SEAT 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2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3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5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6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7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8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9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10 : 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book (1-10):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booked successfully!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3611880"/>
          </a:xfrm>
          <a:prstGeom prst="roundRect">
            <a:avLst>
              <a:gd name="adj" fmla="val 1519"/>
            </a:avLst>
          </a:prstGeom>
          <a:solidFill>
            <a:srgbClr val="12121F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1371600"/>
            <a:ext cx="7863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INTERCITY BUS RESERVATION SYSTEM =====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Bus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Choose Route/Date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Book Seat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Cancel Reservation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Seat Map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seat is not booked.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CANCEL RESERVATION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seat number to cancel (1-10): 11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 seat number!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5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 SEAT MAP -----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2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3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4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5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6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7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8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9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 10 : AVAILABLE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9F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using the Bus Reservation System!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buses, users and bookings in a database (JDBC / MySQL)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multiple buses, routes, dates and fares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login, passenger details and ticket printing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payment, GUI or mobile app, and SMS/email confirmation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B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188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program successfully implements search, booking, cancellation and seat 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075688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switch and arrays make seat management simple and error-free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62656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77240" y="2962656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and invalid inputs are handled with clear messages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849624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extended into a full database-driven reservation system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572000" cy="4572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3840480" y="640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2026-09-29T12:34:50Z</dcterms:created>
  <dcterms:modified xsi:type="dcterms:W3CDTF">2026-09-29T12:34:50Z</dcterms:modified>
</cp:coreProperties>
</file>